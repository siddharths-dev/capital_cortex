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Board pack 2026-07-02 to 2026-09-30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pack · Inspironics Capital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Runway and cash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Runway: No financial snapshot with a cash balance. Import financials to forecast runway.; No net burn (or opex and revenue) in any financial snapshot.]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and weighted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The probability-weighted pipeline is USD 22,297,688 across 66 opportunities with amounts. [1][2]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no scored opportunities in the high or watchlist band]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this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no realised outcomes recorded between 2026-07-02 and 2026-09-30]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No content.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of the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6 item(s) are waiting for an approval decision. [3]</a:t>
            </a:r>
          </a:p>
          <a:p>
            <a:pPr>
              <a:defRPr sz="1500"/>
            </a:pPr>
            <a:r>
              <a:t>Current raise target: USD 3,000,000. [4]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/>
            </a:pPr>
            <a:r>
              <a:t>[1] pipeline: deterministic tool result (tool:9face7d8-2448-4101-9fef-0ec7cabaca08:pipeline) · computed by Capital Cortex from the cited records</a:t>
            </a:r>
          </a:p>
          <a:p>
            <a:pPr>
              <a:defRPr sz="1300"/>
            </a:pPr>
            <a:r>
              <a:t>[2] declared assumption (scoring/reference.yaml#stage_probability) (config:scoring/reference.yaml#stage_probability) · configuration file</a:t>
            </a:r>
          </a:p>
          <a:p>
            <a:pPr>
              <a:defRPr sz="1300"/>
            </a:pPr>
            <a:r>
              <a:t>[3] asks: deterministic tool result (tool:9face7d8-2448-4101-9fef-0ec7cabaca08:asks) · computed by Capital Cortex from the cited records</a:t>
            </a:r>
          </a:p>
          <a:p>
            <a:pPr>
              <a:defRPr sz="1300"/>
            </a:pPr>
            <a:r>
              <a:t>[4] organization: Inspironics (demo profile) · profile.raise_target (organization:11942a7b-a024-4a7d-b463-92f9a6f45c62#profile.raise_target)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/>
            </a:pPr>
            <a:r>
              <a:t>This document was prepared with Inspironics Capital Cortex. Every factual statement carries a citation to its source record, listed in the evidence appendix. Statements about the future (forecasts, runway, plans) are estimates based on the cited records and assumptions; they are not guarantees. Nothing in this document is an offer of securities.</a:t>
            </a:r>
          </a:p>
          <a:p>
            <a:pPr>
              <a:defRPr sz="1300"/>
            </a:pPr>
            <a:r>
              <a:t>Generated 2026-09-30 10:32 UTC · version 1 · content hash ec41bce5f4467933 · mode deterministic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
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 deck: Equipment finance for clean energy storage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VC pitch package: Equipment finance for clean energy storage · version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Inspironics (demo profile): Placeholder demo profile: AI software for clean energy storage and industrial analytics. [1]</a:t>
            </a:r>
          </a:p>
          <a:p>
            <a:pPr>
              <a:defRPr sz="1500"/>
            </a:pPr>
            <a:r>
              <a:t>The capital council's position on this opportunity is pursue. [2]</a:t>
            </a:r>
          </a:p>
          <a:p>
            <a:pPr>
              <a:defRPr sz="1500"/>
            </a:pPr>
            <a:r>
              <a:t>“Equipment finance for clean energy storage” (equipment finance) from Mareth Climate Lending scores 73.2% in the high band, with 100.0% evidence completeness. [3][4]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Inspironics (demo profile): Placeholder demo profile: AI software for clean energy storage and industrial analytics. [1]</a:t>
            </a:r>
          </a:p>
          <a:p>
            <a:pPr>
              <a:defRPr sz="1500"/>
            </a:pPr>
            <a:r>
              <a:t>Inspironics (demo profile) is based in US. [5]</a:t>
            </a:r>
          </a:p>
          <a:p>
            <a:pPr>
              <a:defRPr sz="1500"/>
            </a:pPr>
            <a:r>
              <a:t>Inspironics (demo profile) is at the seed stage. [6]</a:t>
            </a:r>
          </a:p>
          <a:p>
            <a:pPr>
              <a:defRPr sz="1500"/>
            </a:pPr>
            <a:r>
              <a:t>Sectors: climate_energy, ai_data. [7]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“Equipment finance for clean energy storage” (equipment finance) from Mareth Climate Lending scores 73.2% in the high band, with 100.0% evidence completeness. [3][4]</a:t>
            </a:r>
          </a:p>
          <a:p>
            <a:pPr>
              <a:defRPr sz="1500"/>
            </a:pPr>
            <a:r>
              <a:t>The stated amount is USD 814,000 to 1,551,000. [3]</a:t>
            </a:r>
          </a:p>
          <a:p>
            <a:pPr>
              <a:defRPr sz="1500"/>
            </a:pPr>
            <a:r>
              <a:t>The deadline is 2026-11-06, 36 days from 2026-09-30. [4]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1 statement(s) in this section could not be matched to a source record and were removed]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 and scoring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Factor stage is 100.0% at weight 0.12 (matrix: seed vs seed). [4]</a:t>
            </a:r>
          </a:p>
          <a:p>
            <a:pPr>
              <a:defRPr sz="1500"/>
            </a:pPr>
            <a:r>
              <a:t>Factor technology alignment is 100.0% at weight 0.12 (hash-tf-1024-v1 cosine 0.363 ÷ 0.35 (capped at 1)). [4]</a:t>
            </a:r>
          </a:p>
          <a:p>
            <a:pPr>
              <a:defRPr sz="1500"/>
            </a:pPr>
            <a:r>
              <a:t>The organisation's country (US) is not in the stated eligible geography. [8][9]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Lexical similarity between our profile and the thesis is 0.0805 (model hash-tf-1024-v1), sharing: machine, learning. [10]</a:t>
            </a:r>
          </a:p>
          <a:p>
            <a:pPr>
              <a:defRPr sz="1500"/>
            </a:pPr>
            <a:r>
              <a:t>Core technology areas: machine learning, energy storage, analytics. [11]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traction statements (customers, revenue, pilots) in the organisation profile]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team members (name, role, bio)]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and runway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Base-case cash stays above the buffer for the whole forecast horizon. [12]</a:t>
            </a:r>
          </a:p>
          <a:p>
            <a:pPr>
              <a:defRPr sz="1500"/>
            </a:pPr>
            <a:r>
              <a:t>If won and received around 2027-01-01, runway moves from beyond the forecast horizon to beyond the forecast horizon. [13][14]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1 statement(s) in this section could not be matched to a source record and were removed]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Inspironics (demo profile) is raising USD 250,000 to 3,000,000. [15]</a:t>
            </a:r>
          </a:p>
          <a:p>
            <a:pPr>
              <a:defRPr sz="1500"/>
            </a:pPr>
            <a:r>
              <a:t>The stated amount is USD 814,000 to 1,551,000. [3]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use of funds (items with shares or amounts)]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The warmest contact at Mareth Climate Lending is Mina Rinaldi, warmth 0.6956, last contact 2026-09-16. [16][17]</a:t>
            </a:r>
          </a:p>
          <a:p>
            <a:pPr>
              <a:defRPr sz="1500"/>
            </a:pPr>
            <a:r>
              <a:t>8 recorded interaction(s) with Mareth Climate Lending, 1 in the last 90 days. Warmest contact: Mina Rinaldi (warmth 0.70, warming). [18]</a:t>
            </a:r>
          </a:p>
          <a:p>
            <a:pPr>
              <a:defRPr sz="1500"/>
            </a:pPr>
            <a:r>
              <a:t>The last recorded interaction was a meeting with Mina Rinaldi on 2026-09-16. [19]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open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no sourced evidence for risks and open evidence]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Due-diligence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500"/>
            </a:pPr>
            <a:r>
              <a:t>10 of 10 DD checklist items have no approved document. [20][21]</a:t>
            </a:r>
          </a:p>
          <a:p>
            <a:pPr>
              <a:defRPr sz="1500"/>
            </a:pPr>
            <a:r>
              <a:t>The data room holds 0 document(s), 0 of them in the approved repository. [22]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DD evidence required: Certificate of incorporation and constitutional documents]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DD evidence required: Capitalisation table]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DD evidence required: Financial statements (last 2 years) and management accounts]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DD evidence required: Financial model and forecast]</a:t>
            </a:r>
          </a:p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DD evidence required: Pitch deck or executive summary]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Due-diligence status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[EVIDENCE REQUIRED: The data room is empty (upload arrives with the Data Room screen)]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/>
            </a:pPr>
            <a:r>
              <a:t>[1] organization: Inspironics (demo profile) · profile.description (organization:11942a7b-a024-4a7d-b463-92f9a6f45c62#profile.description)</a:t>
            </a:r>
          </a:p>
          <a:p>
            <a:pPr>
              <a:defRPr sz="1300"/>
            </a:pPr>
            <a:r>
              <a:t>[2] capital council recommendation (pursue) (recommendation:345e1d90-a7fc-4b71-a3b0-94f53f576272) · agent council run</a:t>
            </a:r>
          </a:p>
          <a:p>
            <a:pPr>
              <a:defRPr sz="1300"/>
            </a:pPr>
            <a:r>
              <a:t>[3] opportunity: Equipment finance for clean energy storage (opportunity:80709bb5-7baa-4176-a83b-6197da9323f6) · synthetic_seed</a:t>
            </a:r>
          </a:p>
          <a:p>
            <a:pPr>
              <a:defRPr sz="1300"/>
            </a:pPr>
            <a:r>
              <a:t>[4] opportunity: deterministic tool result (tool:efc3317b-b51b-4e27-8b2e-5112653e82c8:opportunity) · computed by Capital Cortex from the cited records</a:t>
            </a:r>
          </a:p>
          <a:p>
            <a:pPr>
              <a:defRPr sz="1300"/>
            </a:pPr>
            <a:r>
              <a:t>[5] organization: Inspironics (demo profile) (organization:11942a7b-a024-4a7d-b463-92f9a6f45c62) · synthetic DEMO seed</a:t>
            </a:r>
          </a:p>
          <a:p>
            <a:pPr>
              <a:defRPr sz="1300"/>
            </a:pPr>
            <a:r>
              <a:t>[6] organization: Inspironics (demo profile) · profile.stage (organization:11942a7b-a024-4a7d-b463-92f9a6f45c62#profile.stage)</a:t>
            </a:r>
          </a:p>
          <a:p>
            <a:pPr>
              <a:defRPr sz="1300"/>
            </a:pPr>
            <a:r>
              <a:t>[7] organization: Inspironics (demo profile) · profile.sectors (organization:11942a7b-a024-4a7d-b463-92f9a6f45c62#profile.sectors)</a:t>
            </a:r>
          </a:p>
          <a:p>
            <a:pPr>
              <a:defRPr sz="1300"/>
            </a:pPr>
            <a:r>
              <a:t>[8] eligibility: deterministic tool result (tool:efc3317b-b51b-4e27-8b2e-5112653e82c8:eligibility) · computed by Capital Cortex from the cited records</a:t>
            </a:r>
          </a:p>
          <a:p>
            <a:pPr>
              <a:defRPr sz="1300"/>
            </a:pPr>
            <a:r>
              <a:t>[9] opportunity: Equipment finance for clean energy storage · geography (opportunity:80709bb5-7baa-4176-a83b-6197da9323f6#geography)</a:t>
            </a:r>
          </a:p>
          <a:p>
            <a:pPr>
              <a:defRPr sz="1300"/>
            </a:pPr>
            <a:r>
              <a:t>[10] thesis: deterministic tool result (tool:efc3317b-b51b-4e27-8b2e-5112653e82c8:thesis) · computed by Capital Cortex from the cited records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appendix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/>
            </a:pPr>
            <a:r>
              <a:t>[11] organization: Inspironics (demo profile) · profile.tech_tags (organization:11942a7b-a024-4a7d-b463-92f9a6f45c62#profile.tech_tags)</a:t>
            </a:r>
          </a:p>
          <a:p>
            <a:pPr>
              <a:defRPr sz="1300"/>
            </a:pPr>
            <a:r>
              <a:t>[12] runway: deterministic tool result (tool:efc3317b-b51b-4e27-8b2e-5112653e82c8:runway) · computed by Capital Cortex from the cited records</a:t>
            </a:r>
          </a:p>
          <a:p>
            <a:pPr>
              <a:defRPr sz="1300"/>
            </a:pPr>
            <a:r>
              <a:t>[13] scenario: deterministic tool result (tool:efc3317b-b51b-4e27-8b2e-5112653e82c8:scenario) · computed by Capital Cortex from the cited records</a:t>
            </a:r>
          </a:p>
          <a:p>
            <a:pPr>
              <a:defRPr sz="1300"/>
            </a:pPr>
            <a:r>
              <a:t>[14] declared assumption (forecast.yaml#decision_lag_months) (config:forecast.yaml#decision_lag_months) · configuration file</a:t>
            </a:r>
          </a:p>
          <a:p>
            <a:pPr>
              <a:defRPr sz="1300"/>
            </a:pPr>
            <a:r>
              <a:t>[15] organization: Inspironics (demo profile) · profile.raise_target (organization:11942a7b-a024-4a7d-b463-92f9a6f45c62#profile.raise_target)</a:t>
            </a:r>
          </a:p>
          <a:p>
            <a:pPr>
              <a:defRPr sz="1300"/>
            </a:pPr>
            <a:r>
              <a:t>[16] contact: Mina Rinaldi (contact:d1656017-530d-4ffa-ae51-166ffbe095ec) · synthetic DEMO seed</a:t>
            </a:r>
          </a:p>
          <a:p>
            <a:pPr>
              <a:defRPr sz="1300"/>
            </a:pPr>
            <a:r>
              <a:t>[17] relationship (relationship:f84eac65-9933-429f-b463-bac92d36aa9e) · derived</a:t>
            </a:r>
          </a:p>
          <a:p>
            <a:pPr>
              <a:defRPr sz="1300"/>
            </a:pPr>
            <a:r>
              <a:t>[18] relationship reflection (consolidated memory) (memory:b4eeacb0-1bcc-4428-a529-2bb8ee44464e) · consolidation job</a:t>
            </a:r>
          </a:p>
          <a:p>
            <a:pPr>
              <a:defRPr sz="1300"/>
            </a:pPr>
            <a:r>
              <a:t>[19] meeting on 2026-09-16 (interaction:d4aa888e-a42c-4c16-95d2-b5a3a1d997cd) · synthetic DEMO seed</a:t>
            </a:r>
          </a:p>
          <a:p>
            <a:pPr>
              <a:defRPr sz="1300"/>
            </a:pPr>
            <a:r>
              <a:t>[20] dd checklist: deterministic tool result (tool:efc3317b-b51b-4e27-8b2e-5112653e82c8:dd_checklist) · computed by Capital Cortex from the cited records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appendix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/>
            </a:pPr>
            <a:r>
              <a:t>[21] declared assumption (dd_checklist.yaml) (config:dd_checklist.yaml) · configuration file</a:t>
            </a:r>
          </a:p>
          <a:p>
            <a:pPr>
              <a:defRPr sz="1300"/>
            </a:pPr>
            <a:r>
              <a:t>[22] dataroom: deterministic tool result (tool:efc3317b-b51b-4e27-8b2e-5112653e82c8:dataroom) · computed by Capital Cortex from the cited records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64240" cy="5120640"/>
          </a:xfrm>
        </p:spPr>
        <p:txBody>
          <a:bodyPr/>
          <a:lstStyle/>
          <a:p>
            <a:pPr>
              <a:defRPr sz="1300"/>
            </a:pPr>
            <a:r>
              <a:t>This document was prepared with Inspironics Capital Cortex. Every factual statement carries a citation to its source record, listed in the evidence appendix. Statements about the future (forecasts, runway, plans) are estimates based on the cited records and assumptions; they are not guarantees. Nothing in this document is an offer of securities.</a:t>
            </a:r>
          </a:p>
          <a:p>
            <a:pPr>
              <a:defRPr sz="1300"/>
            </a:pPr>
            <a:r>
              <a:t>Generated 2026-09-30 10:32 UTC · version 1 · content hash a57f43c4687a60de · mode deterministic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